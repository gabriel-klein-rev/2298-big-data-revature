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SzHX2wF+Vv7YSn/BpXDAZ1IEK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1517904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6336792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 b="1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1517904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336792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 b="1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336792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5330952" y="1517904"/>
            <a:ext cx="5330952" cy="4581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3200"/>
              <a:buChar char="+"/>
              <a:defRPr sz="3200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/>
            </a:lvl2pPr>
            <a:lvl3pPr marL="1371600" lvl="2" indent="-381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400"/>
              <a:buChar char="+"/>
              <a:defRPr sz="2400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venir"/>
              <a:buNone/>
              <a:defRPr sz="2000"/>
            </a:lvl4pPr>
            <a:lvl5pPr marL="2286000" lvl="4" indent="-355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000"/>
              <a:buChar char="+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5349240" y="764032"/>
            <a:ext cx="6089904" cy="5330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venir"/>
              <a:buNone/>
              <a:defRPr sz="3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venir"/>
              <a:buNone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venir"/>
              <a:buNone/>
              <a:defRPr sz="2000" b="0" i="1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 rot="5400000">
            <a:off x="4526280" y="-36576"/>
            <a:ext cx="3127248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 rot="5400000">
            <a:off x="7287289" y="2680931"/>
            <a:ext cx="4546786" cy="2220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2525788" y="510021"/>
            <a:ext cx="4546786" cy="656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  <a:defRPr sz="42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37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Pts val="2600"/>
              <a:buFont typeface="Avenir"/>
              <a:buChar char="+"/>
              <a:defRPr sz="2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Char char="+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venir"/>
              <a:buNone/>
              <a:defRPr sz="1800" b="0" i="1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Char char="+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5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762000" y="743804"/>
            <a:ext cx="4102609" cy="379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</a:pPr>
            <a:r>
              <a:rPr lang="en-US"/>
              <a:t>Kafka</a:t>
            </a:r>
            <a:endParaRPr/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762000" y="4691564"/>
            <a:ext cx="4102609" cy="142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pic>
        <p:nvPicPr>
          <p:cNvPr id="88" name="Google Shape;88;p1" descr="A close-up of a flag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 r="221"/>
          <a:stretch/>
        </p:blipFill>
        <p:spPr>
          <a:xfrm>
            <a:off x="5349241" y="10"/>
            <a:ext cx="6842759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29949" y="21864"/>
            <a:ext cx="12192000" cy="6867600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7" name="Google Shape;97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4883" y="1401003"/>
            <a:ext cx="9302232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81899" y="76198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6" name="Google Shape;106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46464" y="1401003"/>
            <a:ext cx="7099070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5" name="Google Shape;115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49268" y="1401003"/>
            <a:ext cx="7493463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4" name="Google Shape;124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434036" y="1401003"/>
            <a:ext cx="7323927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3" name="Google Shape;133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58858" y="1401003"/>
            <a:ext cx="8474282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2" name="Google Shape;142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08655" y="1401003"/>
            <a:ext cx="8174688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38199" y="8334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1" name="Google Shape;151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26731" y="1401003"/>
            <a:ext cx="7290900" cy="40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0" name="Google Shape;160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45773" y="1401003"/>
            <a:ext cx="8300452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-1" y="142876"/>
            <a:ext cx="12192000" cy="6867600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9" name="Google Shape;169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96497" y="1401003"/>
            <a:ext cx="7599005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8" name="Google Shape;178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83642" y="1401003"/>
            <a:ext cx="7424715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87" name="Google Shape;187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69660" y="1401003"/>
            <a:ext cx="8052678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5291667" y="1517904"/>
            <a:ext cx="5370237" cy="279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</a:pPr>
            <a:endParaRPr sz="6000"/>
          </a:p>
        </p:txBody>
      </p:sp>
      <p:pic>
        <p:nvPicPr>
          <p:cNvPr id="197" name="Google Shape;19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7520" y="1087070"/>
            <a:ext cx="9062719" cy="425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-1" y="-9524"/>
            <a:ext cx="12192000" cy="6867524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68E4A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761999" y="757238"/>
            <a:ext cx="10668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6" name="Google Shape;206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42218" y="1401003"/>
            <a:ext cx="7707563" cy="404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RegularSeedLeftStep">
      <a:dk1>
        <a:srgbClr val="000000"/>
      </a:dk1>
      <a:lt1>
        <a:srgbClr val="FFFFFF"/>
      </a:lt1>
      <a:dk2>
        <a:srgbClr val="213A3A"/>
      </a:dk2>
      <a:lt2>
        <a:srgbClr val="E8E4E2"/>
      </a:lt2>
      <a:accent1>
        <a:srgbClr val="299BE7"/>
      </a:accent1>
      <a:accent2>
        <a:srgbClr val="13B3B0"/>
      </a:accent2>
      <a:accent3>
        <a:srgbClr val="21B876"/>
      </a:accent3>
      <a:accent4>
        <a:srgbClr val="14BC2D"/>
      </a:accent4>
      <a:accent5>
        <a:srgbClr val="4AB921"/>
      </a:accent5>
      <a:accent6>
        <a:srgbClr val="7FB113"/>
      </a:accent6>
      <a:hlink>
        <a:srgbClr val="BC703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Aharoni</vt:lpstr>
      <vt:lpstr>Arial</vt:lpstr>
      <vt:lpstr>Avenir</vt:lpstr>
      <vt:lpstr>PrismaticVTI</vt:lpstr>
      <vt:lpstr>Kafka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Jismi Mary</dc:creator>
  <cp:lastModifiedBy>Gabriel Klein</cp:lastModifiedBy>
  <cp:revision>1</cp:revision>
  <dcterms:created xsi:type="dcterms:W3CDTF">2021-05-24T19:16:32Z</dcterms:created>
  <dcterms:modified xsi:type="dcterms:W3CDTF">2025-10-28T14:44:02Z</dcterms:modified>
</cp:coreProperties>
</file>